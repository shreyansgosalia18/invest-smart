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InvestSmart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Retirement Micro-Savings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Hacking India '26  </a:t>
            </a:r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Financial Well-being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C2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4023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C2333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4023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C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4023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40233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40233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Auto-Saving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expense is rounded up to the nearest </a:t>
            </a:r>
            <a:pPr indent="0" marL="0">
              <a:buNone/>
            </a:pPr>
            <a:r>
              <a:rPr lang="en-US" sz="13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of 100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spare change goes to retirement.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474720" cy="1920240"/>
          </a:xfrm>
          <a:prstGeom prst="rect">
            <a:avLst>
              <a:gd name="adj" fmla="val 2381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774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₹250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ceiling  = 300  (next multiple of 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remanent = 50   (auto-saved!)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₹1519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ceiling  = 1600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remanent = 81   (auto-saved!)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Constraints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1,000,000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(q/p/k)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75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1,000,000 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551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range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551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₹5,00,000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26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026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HH:mm:ss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02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 NIFTY 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slabs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progressive brackets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Temporal Constraints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Periods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Override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remanent with fixed amount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423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 start date wins 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06040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0604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Periods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Addition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extra on top of current remanent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423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matching periods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06040" cy="3200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Periods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Grouping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transactions for return calculation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2423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 can span multiple 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Order: 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(replace)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(add)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(group)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Calculations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NPS (National Pension)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7.11% annually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 × (1.0711)^t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A_real = A / (1 + inflation)^t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A_real - 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Benefit: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Deduction = min(invested, 10%×annual, ₹2L)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Benefit = Tax(income) - Tax(income - 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NIFTY 50 Index Fund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14.49% annually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 × (1.1449)^t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A_real = A / (1 + inflation)^t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= A_real  (total value)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Benefit: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Period: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max(60 - age, 5) years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29 → 31 years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Code Walkthrough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389120" cy="3749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— 36 Java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com.blackrock.investsmart/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config/       SecurityConfig, WebConfig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controller/   3 thin controllers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service/      3 service classes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model/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domain/    6 domain objects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request/   3 request DTOs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response/  8 response DTOs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util/         FinancialCalculator, DateTimeParser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aspect/       RequestTrackingAspect (AOP)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exception/    GlobalExceptionHandler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749040" cy="3749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508760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490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6733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sequential processing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956816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938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Utility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math, zero dependencies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2404872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386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569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heavy processing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2852928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8346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Separation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017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request / response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300984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282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465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lines per method, no logic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3749040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730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Observability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request tracking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4197096"/>
            <a:ext cx="73152" cy="320040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4178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43616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400/500 clean JSON errors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API Endpoints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92608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/transactions:parse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expenses → ceiling + remanent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/transactions:validator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negatives + duplicates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/transactions:filter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q/p/k temporal 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/returns:nps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returns + tax benefit per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/returns:index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 returns per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26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/performance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Uptime, memory, 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/optimize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vs Index recommendation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26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/analytics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AOP-powered request metrics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Innovation endpoints — beyond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Trade-offs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69494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69848"/>
            <a:ext cx="105156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698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&gt; BigDecimal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307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10-50x faster. 15 sig digits sufficient for amounts &lt; 5L with 2 decimal places.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64792"/>
            <a:ext cx="73152" cy="69494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874520"/>
            <a:ext cx="105156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745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SIMPLICITY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83080" y="1810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112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problem. 1 service with methods &gt; 5 services with 1 method each.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841248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9464"/>
            <a:ext cx="73152" cy="69494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679192"/>
            <a:ext cx="105156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7919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3080" y="26151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29169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self-contained. DB adds latency for zero functional benefit.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74136"/>
            <a:ext cx="73152" cy="69494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483864"/>
            <a:ext cx="105156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838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83080" y="3419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3721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 → 10K+ concurrent requests without thread pool exhaustion.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78808"/>
            <a:ext cx="73152" cy="69494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288536"/>
            <a:ext cx="105156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288536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83080" y="4224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ON, Auth 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783080" y="4526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headers (X-Frame, CSP). Auth disabled for evaluator access.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960120"/>
            <a:ext cx="25603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60120"/>
            <a:ext cx="25603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74980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377440"/>
            <a:ext cx="73152" cy="749808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450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FinancialCalculatorTest, DateTimeParserTest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61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math, edge cases, parameterized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8412480" cy="74980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246120"/>
            <a:ext cx="73152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3192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TransactionProcessingServiceTest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630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Q/P/K rules, validation, full 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11480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41879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TransactionControllerTest, ReturnsControllerTest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4988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HTTP, exact JSON matching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— Beyond Requirements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Savings Optimizer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/optimize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vs Index side-by-side comparison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period impact — savings lost to overrides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period boost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bracket-aware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users HOW to save more, not just how much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Analytics (AOP)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Per-endpoint call 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processing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ConcurrentHashMap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changes to business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Spring AOP @Around advice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53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tree for O(log n) period matching  |  Goal-based savings planner  |  Kafka real-time streaming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coffee funds your future.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26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InvestSmart — BlackRock Hacking India '26</dc:title>
  <dc:subject>PptxGenJS Presentation</dc:subject>
  <dc:creator>Shreyans</dc:creator>
  <cp:lastModifiedBy>Shreyans</cp:lastModifiedBy>
  <cp:revision>1</cp:revision>
  <dcterms:created xsi:type="dcterms:W3CDTF">2026-02-21T11:04:39Z</dcterms:created>
  <dcterms:modified xsi:type="dcterms:W3CDTF">2026-02-21T11:04:39Z</dcterms:modified>
</cp:coreProperties>
</file>